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71" r:id="rId15"/>
    <p:sldId id="266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27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Javier Solar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CL" dirty="0"/>
            <a:t>Desarrollador.</a:t>
          </a:r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/>
            <a:t>Bianca Aravena</a:t>
          </a:r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 dirty="0"/>
            <a:t>Patricio Samur</a:t>
          </a:r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CL" dirty="0"/>
            <a:t>Programador de funcionalidades claves del proyecto.</a:t>
          </a: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CL" dirty="0"/>
            <a:t>QA</a:t>
          </a:r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CL" dirty="0"/>
            <a:t>Lidera  </a:t>
          </a:r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CL" dirty="0"/>
            <a:t>P</a:t>
          </a:r>
          <a:r>
            <a:rPr lang="es-CL" b="0" i="0" dirty="0"/>
            <a:t>roject Manager.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CL" dirty="0"/>
            <a:t>Planificación, Documentación y Desarrollador.</a:t>
          </a:r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 custLinFactNeighborX="0" custLinFactNeighborY="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5000" b="-55000"/>
          </a:stretch>
        </a:blipFill>
      </dgm:spPr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Javier Solar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Desarrollador.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Programador de funcionalidades claves del proyecto.</a:t>
          </a:r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Bianca Aravena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P</a:t>
          </a:r>
          <a:r>
            <a:rPr lang="es-CL" sz="2000" b="0" i="0" kern="1200" dirty="0"/>
            <a:t>roject Manager.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Planificación, Documentación y Desarrollador.</a:t>
          </a:r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Patricio Samur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QA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Lidera  </a:t>
          </a:r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55000" b="-5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“Sistema Tu Bolsillo”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4676535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lvl="0" algn="just">
              <a:lnSpc>
                <a:spcPct val="150000"/>
              </a:lnSpc>
              <a:spcAft>
                <a:spcPts val="1000"/>
              </a:spcAft>
              <a:buClr>
                <a:schemeClr val="dk1"/>
              </a:buClr>
              <a:buSzPts val="1100"/>
            </a:pPr>
            <a:r>
              <a:rPr lang="es-ES" dirty="0">
                <a:ea typeface="Calibri"/>
                <a:cs typeface="Calibri"/>
                <a:sym typeface="Calibri"/>
              </a:rPr>
              <a:t>A nivel nacional se ha visto un incremento exponencial de las deudas, por motivos tales como la pérdida de ingresos, acumulación de gastos, Tarjetas de crédito e inflación y el aumento de las tasas de interés.</a:t>
            </a:r>
            <a:endParaRPr lang="es-ES" sz="3200" dirty="0">
              <a:ea typeface="Calibri"/>
              <a:cs typeface="Calibri"/>
              <a:sym typeface="Calibri"/>
            </a:endParaRPr>
          </a:p>
          <a:p>
            <a:pPr algn="just"/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>
              <a:lnSpc>
                <a:spcPct val="150000"/>
              </a:lnSpc>
            </a:pPr>
            <a:r>
              <a:rPr lang="es-MX" dirty="0"/>
              <a:t>Como propuesta se realizo un sistema informático que pueda ayudarte a ordenar tus finanzas de manera clara, concisa y robusta.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una plataforma intuitiva que analice las cartolas bancarias y genere un dashboard financiero interactivo, ofreciendo una visión clara y completa de la situación económica personal.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2877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Abarcar gran volumen de datos de forma rápida y fácil.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Fomentar el uso de herramientas de finanzas personales.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Valorar autogestión ofrecida por la plataforma digital.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428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48048" y="1985315"/>
            <a:ext cx="5181600" cy="4351338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Procesamiento de cartolas bancarias en Excel/CSV.</a:t>
            </a:r>
          </a:p>
          <a:p>
            <a:r>
              <a:rPr lang="es-ES" dirty="0"/>
              <a:t>Identificación y estandarización de columnas financieras.</a:t>
            </a:r>
          </a:p>
          <a:p>
            <a:r>
              <a:rPr lang="es-ES" dirty="0"/>
              <a:t>Categorización manual y personalizable de transacciones.</a:t>
            </a:r>
          </a:p>
          <a:p>
            <a:r>
              <a:rPr lang="es-ES" dirty="0"/>
              <a:t>Dashboard interactivo con resúmenes, gráficos y comparaciones mensuales.</a:t>
            </a:r>
          </a:p>
          <a:p>
            <a:r>
              <a:rPr lang="es-ES" dirty="0"/>
              <a:t>Almacenamiento seguro de datos en </a:t>
            </a:r>
            <a:r>
              <a:rPr lang="es-ES" dirty="0" err="1"/>
              <a:t>Supabase</a:t>
            </a:r>
            <a:r>
              <a:rPr lang="es-ES" dirty="0"/>
              <a:t> con RLS.</a:t>
            </a:r>
          </a:p>
          <a:p>
            <a:r>
              <a:rPr lang="es-ES" dirty="0" err="1"/>
              <a:t>Backend</a:t>
            </a:r>
            <a:r>
              <a:rPr lang="es-ES" dirty="0"/>
              <a:t> robusto desarrollado en Django.</a:t>
            </a:r>
          </a:p>
          <a:p>
            <a:r>
              <a:rPr lang="es-ES" dirty="0" err="1"/>
              <a:t>Chatbot</a:t>
            </a:r>
            <a:r>
              <a:rPr lang="es-ES" dirty="0"/>
              <a:t> integrado para consultas financieras básicas.</a:t>
            </a:r>
          </a:p>
          <a:p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81352" y="1985315"/>
            <a:ext cx="5181600" cy="4351338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La categorización no es automática; requiere intervención del usuario.</a:t>
            </a:r>
          </a:p>
          <a:p>
            <a:r>
              <a:rPr lang="es-ES" dirty="0"/>
              <a:t>No se procesan PDF ni formatos no estructurados.</a:t>
            </a:r>
          </a:p>
          <a:p>
            <a:r>
              <a:rPr lang="es-ES" dirty="0"/>
              <a:t>Las cartolas no se almacenan permanentemente.</a:t>
            </a:r>
          </a:p>
          <a:p>
            <a:r>
              <a:rPr lang="es-ES" dirty="0"/>
              <a:t>El </a:t>
            </a:r>
            <a:r>
              <a:rPr lang="es-ES" dirty="0" err="1"/>
              <a:t>chatbot</a:t>
            </a:r>
            <a:r>
              <a:rPr lang="es-ES" dirty="0"/>
              <a:t> solo responde en base a los datos existentes, sin análisis avanzado.</a:t>
            </a:r>
          </a:p>
          <a:p>
            <a:r>
              <a:rPr lang="es-ES" dirty="0"/>
              <a:t>No incluye predicciones ni recomendaciones basadas en IA.</a:t>
            </a:r>
          </a:p>
          <a:p>
            <a:r>
              <a:rPr lang="es-ES" dirty="0"/>
              <a:t>Dependencia de servicios externos como </a:t>
            </a:r>
            <a:r>
              <a:rPr lang="es-ES" dirty="0" err="1"/>
              <a:t>Supabase</a:t>
            </a:r>
            <a:r>
              <a:rPr lang="es-ES" dirty="0"/>
              <a:t> para disponibilidad.</a:t>
            </a:r>
          </a:p>
          <a:p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202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Ágil: Scrum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2057444"/>
            <a:ext cx="10515600" cy="4351338"/>
          </a:xfrm>
        </p:spPr>
        <p:txBody>
          <a:bodyPr/>
          <a:lstStyle/>
          <a:p>
            <a:r>
              <a:rPr lang="es-ES" dirty="0"/>
              <a:t>Scrum es una metodología ágil que organiza el desarrollo del proyecto en ciclos cortos llamados Sprint, permitiendo entregar avances continuos y adaptarse rápidamente a cambios o nuevas necesidades.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49" y="1801987"/>
            <a:ext cx="10996768" cy="435808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3381"/>
            <a:ext cx="12188136" cy="189761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94950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" y="1720385"/>
            <a:ext cx="11966026" cy="512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3" y="2518739"/>
            <a:ext cx="9745665" cy="37284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2179758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814" y="1137992"/>
            <a:ext cx="8834370" cy="588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102454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980171"/>
            <a:ext cx="10515600" cy="4351338"/>
          </a:xfrm>
        </p:spPr>
        <p:txBody>
          <a:bodyPr/>
          <a:lstStyle/>
          <a:p>
            <a:r>
              <a:rPr lang="es-ES" dirty="0"/>
              <a:t>Fundamentos de la programación. </a:t>
            </a:r>
          </a:p>
          <a:p>
            <a:r>
              <a:rPr lang="es-ES" dirty="0"/>
              <a:t>Programación de base de datos.</a:t>
            </a:r>
          </a:p>
          <a:p>
            <a:r>
              <a:rPr lang="es-ES" dirty="0"/>
              <a:t>Programación Web.</a:t>
            </a:r>
          </a:p>
          <a:p>
            <a:r>
              <a:rPr lang="es-ES" dirty="0"/>
              <a:t>Gestión Ágil de Proyectos.</a:t>
            </a:r>
          </a:p>
          <a:p>
            <a:r>
              <a:rPr lang="es-ES" dirty="0"/>
              <a:t>Arquitectura de software.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1056184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2031687"/>
            <a:ext cx="10515600" cy="4351338"/>
          </a:xfrm>
        </p:spPr>
        <p:txBody>
          <a:bodyPr/>
          <a:lstStyle/>
          <a:p>
            <a:r>
              <a:rPr lang="es-ES" dirty="0"/>
              <a:t>Falta de comunicación.</a:t>
            </a:r>
          </a:p>
          <a:p>
            <a:r>
              <a:rPr lang="es-ES" dirty="0"/>
              <a:t>Tiempos de desarrollo acotados.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1056184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Conclusión.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2031687"/>
            <a:ext cx="10515600" cy="4351338"/>
          </a:xfrm>
        </p:spPr>
        <p:txBody>
          <a:bodyPr>
            <a:normAutofit/>
          </a:bodyPr>
          <a:lstStyle/>
          <a:p>
            <a:r>
              <a:rPr lang="es-ES" dirty="0"/>
              <a:t>En conclusión, Tu Bolsillo es una plataforma diseñada para que cualquier persona pueda entender y gestionar mejor sus finanzas. A través del procesamiento de cartolas, la aplicación organiza la información y la presenta en un dashboard claro, permitiendo visualizar gastos, ingresos y tendencias mes a mes.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“Sistema Tu Bolsillo”</a:t>
            </a:r>
          </a:p>
        </p:txBody>
      </p:sp>
    </p:spTree>
    <p:extLst>
      <p:ext uri="{BB962C8B-B14F-4D97-AF65-F5344CB8AC3E}">
        <p14:creationId xmlns:p14="http://schemas.microsoft.com/office/powerpoint/2010/main" val="365161895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511</Words>
  <Application>Microsoft Office PowerPoint</Application>
  <PresentationFormat>Panorámica</PresentationFormat>
  <Paragraphs>71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Bianca Aravena</cp:lastModifiedBy>
  <cp:revision>25</cp:revision>
  <dcterms:created xsi:type="dcterms:W3CDTF">2023-10-28T21:12:11Z</dcterms:created>
  <dcterms:modified xsi:type="dcterms:W3CDTF">2025-12-05T17:23:55Z</dcterms:modified>
</cp:coreProperties>
</file>