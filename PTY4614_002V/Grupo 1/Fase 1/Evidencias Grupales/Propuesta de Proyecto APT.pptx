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 Semi Bold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  <p:embeddedFont>
      <p:font typeface="Tomorr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1E1D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Propuesta de Proyecto APT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Sistema de Análisis Financiero Personal o Empresarial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6940" y="179712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1E1D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Agenda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8177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72778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47085"/>
            <a:ext cx="35744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Antecedentes del Equipo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28548" y="28177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172778"/>
            <a:ext cx="6408063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3347085"/>
            <a:ext cx="41890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Descripción del Proyecto APT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0982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453295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4627602"/>
            <a:ext cx="4343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Fundamentación y Relevancia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548" y="40982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453295"/>
            <a:ext cx="6408063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4627602"/>
            <a:ext cx="32004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3787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733812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908119"/>
            <a:ext cx="33231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Metodología de Trabajo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3787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733812"/>
            <a:ext cx="6408063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5908119"/>
            <a:ext cx="40726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Evidencias y Plan de Trabajo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3603"/>
            <a:ext cx="61642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Parte I: Antecedentes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02543"/>
            <a:ext cx="55537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Equipo del Proyecto APT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4109680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41173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426100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Patricio Samur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426100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16470076-3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426100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Ingeniería en Informática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426100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Sede Plaza Norte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76762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9113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Javier Solar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9113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17069803-7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49113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Ingeniería en Informática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49113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Sede Plaza Norte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541793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55616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Bianca Aravena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556164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20678835-6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556164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Ingeniería en Informática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556164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Sede Plaza Norte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25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Descripción del Proyecto APT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4026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Sistema de Análisis Financiero Personal o Empresarial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51437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Este proyecto abordará principalmente el área de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programación y desarrollo de software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aplicando conocimientos en bases de datos para la gestión y análisis de la información.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5823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Las competencias clave incluyen el desarrollo y programación de software, así como la gestión y administración de bases de datos para organizar y procesar información de manera eficiente.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67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661" y="3295888"/>
            <a:ext cx="8909090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Fundamentación del Proyecto APT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8661" y="4245531"/>
            <a:ext cx="5133261" cy="51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Relevancia y Pertinencia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8661" y="5066705"/>
            <a:ext cx="1319307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 relevancia del proyecto radica en abordar la problemática del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sobreendeudamiento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que afecta a usuarios bancarios y pequeños emprendedores en el país.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8661" y="5954911"/>
            <a:ext cx="1319307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aporte de valor es una herramienta tecnológica que facilita la organización, categorización y análisis de gastos e ingresos, contribuyendo a una mejor gestión de recursos y a la generación de recomendaciones para la toma de decisiones financieras.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8661" y="6843117"/>
            <a:ext cx="1319307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proyecto se alinea con el perfil de egreso al desarrollar soluciones tecnológicas, administrar bases de datos y aplicar metodologías de gestión de proyectos informáticos.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2307"/>
            <a:ext cx="6403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Objetivos del Proyecto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248"/>
            <a:ext cx="123672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Desarrollar una Aplicación Web de Análisis Financiero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26838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objetivo general es desarrollar una aplicación web para cargar, organizar y analizar cartolas bancarias, generando un dashboard interactivo para la visualización de ingresos, gastos y tendencias financieras, apoyando la toma de decisiones.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73273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1E1DF"/>
          </a:solidFill>
          <a:ln/>
        </p:spPr>
      </p:sp>
      <p:sp>
        <p:nvSpPr>
          <p:cNvPr id="6" name="Text 4"/>
          <p:cNvSpPr/>
          <p:nvPr/>
        </p:nvSpPr>
        <p:spPr>
          <a:xfrm>
            <a:off x="1133951" y="4612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Carga de Datos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3951" y="5102662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Permitir la carga de cartolas bancarias (Excel, CSV, PDF).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473273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5576054" y="4612243"/>
            <a:ext cx="38184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Clasificación y Organización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6054" y="5456992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Procesar y clasificar movimientos bancarios en categorías/rubros.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473273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1E1D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18157" y="4612243"/>
            <a:ext cx="3222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Dashboard Interactivo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18157" y="5102662"/>
            <a:ext cx="38184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Generar un dashboard con principales gastos, comparación ingresos vs. gastos, variación entre periodos y recomendaciones financieras.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47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Metodología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3708"/>
            <a:ext cx="55283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Enfoque Ágil con Scrum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9508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 utilizará Scrum, una metodología ágil que permite organizar el trabajo en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iteraciones cortas (sprints)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mantener una comunicación continua, favoreciendo la flexibilidad y la entrega incremental de valor.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931801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5065871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Planificación Inicial (Sprint 0)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91062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Definir requisitos, establecer backlog, asignar roles y preparar el entorno.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931801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5065871"/>
            <a:ext cx="29576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Ejecución de Sprints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68171" y="555629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Iteraciones de 2 semanas con planificación, desarrollo, daily meetings, revisión y retrospectiva.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931801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5065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Cierre del Proyecto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5556290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Integración de módulos, pruebas de usabilidad y rendimiento, entrega de la aplicación y documentación.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752"/>
            <a:ext cx="6847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Evidencias del Proyecto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693"/>
            <a:ext cx="71211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Seguimiento y Documentación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466981"/>
            <a:ext cx="6244709" cy="2270760"/>
          </a:xfrm>
          <a:prstGeom prst="roundRect">
            <a:avLst>
              <a:gd name="adj" fmla="val 1498"/>
            </a:avLst>
          </a:prstGeom>
          <a:solidFill>
            <a:srgbClr val="2727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3791903"/>
            <a:ext cx="354330" cy="283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1748" y="3750469"/>
            <a:ext cx="3444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Evidencias Individuales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01748" y="4331613"/>
            <a:ext cx="52099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Actividades individuales acordadas semanalmente con el docente. Incluye la Carta Gantt para el control de tareas.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599521" y="3466981"/>
            <a:ext cx="6244709" cy="1907858"/>
          </a:xfrm>
          <a:prstGeom prst="roundRect">
            <a:avLst>
              <a:gd name="adj" fmla="val 1783"/>
            </a:avLst>
          </a:prstGeom>
          <a:solidFill>
            <a:srgbClr val="27272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3791903"/>
            <a:ext cx="354330" cy="283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07479" y="3750469"/>
            <a:ext cx="29414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Evidencias Grupales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407479" y="4331613"/>
            <a:ext cx="52099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Actividades grupales acordadas con el docente, realizadas por cada integrante del equipo.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93790" y="62480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Estas evidencias serán evaluadas tanto en el informe de avance como en el informe final, visibilizando la implementación del trabajo.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333" y="593527"/>
            <a:ext cx="5395793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Plan de Trabajo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5333" y="1591747"/>
            <a:ext cx="6161603" cy="539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Actividades y Responsables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755333" y="2455069"/>
            <a:ext cx="13119735" cy="5183743"/>
          </a:xfrm>
          <a:prstGeom prst="roundRect">
            <a:avLst>
              <a:gd name="adj" fmla="val 62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953" y="2462689"/>
            <a:ext cx="13104495" cy="13099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79170" y="2599730"/>
            <a:ext cx="218551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Programación y análisis de datos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03784" y="2599730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Recolección de información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224587" y="2599730"/>
            <a:ext cx="2181701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Computador, internet, software de gestión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45391" y="2599730"/>
            <a:ext cx="218170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semana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66195" y="2599730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Patricio Samur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62953" y="3772614"/>
            <a:ext cx="13104495" cy="9646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9170" y="3909655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Gestión de proyectos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03784" y="3909655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Planificación del proyecto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24587" y="3909655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Herramientas de planificación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45391" y="3909655"/>
            <a:ext cx="218170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semana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466195" y="3909655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Bianca Aravena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62953" y="4737259"/>
            <a:ext cx="13104495" cy="9646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" y="4874300"/>
            <a:ext cx="218551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Manejo de bases de datos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603784" y="4874300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Diseño y normalización BD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224587" y="4874300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Software de bases de datos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845391" y="4874300"/>
            <a:ext cx="218170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 semanas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66195" y="4874300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Javier Solar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2953" y="5701903"/>
            <a:ext cx="13104495" cy="9646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79170" y="5838944"/>
            <a:ext cx="218551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Desarrollo de software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603784" y="5838944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Implementación de la aplicación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224587" y="5838944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Lenguajes de programación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845391" y="5838944"/>
            <a:ext cx="218170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 semanas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466195" y="5838944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Todos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2953" y="6666548"/>
            <a:ext cx="13104495" cy="9646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9170" y="6803588"/>
            <a:ext cx="218551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Comunicación y trabajo en equipo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3603784" y="6803588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Presentación de avances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224587" y="6803588"/>
            <a:ext cx="218170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PowerPoint, material de apoyo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845391" y="6803588"/>
            <a:ext cx="218170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semana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466195" y="6803588"/>
            <a:ext cx="218551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Bianca Aravena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Carta Gantt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Organización de actividades planificadas para el desarrollo del Proyecto APT, considerando el periodo académico y las tres fases de la Asignatura de Portafolio de Título.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2025-09-12T21:01:25Z</dcterms:created>
  <dcterms:modified xsi:type="dcterms:W3CDTF">2025-09-12T21:01:25Z</dcterms:modified>
</cp:coreProperties>
</file>